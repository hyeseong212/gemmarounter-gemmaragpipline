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NanumSquare Bold"/>
              </a:rPr>
              <a:t>Capture Log Summary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6777"/>
                </a:solidFill>
                <a:latin typeface="NanumBarunGothic"/>
              </a:rPr>
              <a:t>/home/rbiotech-server/LLM_Harnes_Support/GemmaRounter-GemmaRAGPipline/oak-wheelchair-depth-test/runtime-data/capture_log.json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671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417320"/>
                <a:gridCol w="914400"/>
                <a:gridCol w="914400"/>
                <a:gridCol w="914400"/>
                <a:gridCol w="868680"/>
                <a:gridCol w="1234440"/>
                <a:gridCol w="4892040"/>
              </a:tblGrid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No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Timestamp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Raw(mm)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Depth(mm)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Actual(mm)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Error(mm)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BL[x,y]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Notes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20260420-142725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[489, 261]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실제 휠체어의 위치 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20260420-143320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8120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8120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6100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[485, 330]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실제 휠체어의 위치 6.1m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20260420-143500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14358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14358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4358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[596, 390]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실제 위치 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20260420-153657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5593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4545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[449, 330]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20260420-153744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7050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5451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[630, 407]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20260420-153831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8852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6572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[612, 402]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20260420-153901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10063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7325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[608, 414]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20260420-162331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9650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9150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[489, 401]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20260420-162545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9978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6772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[471, 384]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20260421-123308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6038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4322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[564, 258]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7212B"/>
                          </a:solidFill>
                          <a:latin typeface="NanumBarun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